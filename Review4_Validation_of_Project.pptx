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3291840" cy="320040"/>
          </a:xfrm>
          <a:prstGeom prst="roundRect">
            <a:avLst>
              <a:gd name="adj" fmla="val 28571"/>
            </a:avLst>
          </a:prstGeom>
          <a:solidFill>
            <a:srgbClr val="0F1B2D"/>
          </a:solidFill>
          <a:ln w="12700">
            <a:solidFill>
              <a:srgbClr val="FDB81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640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DB8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4  •  October 5, 2026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6583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Road Safety &amp; Accident Prediction Using Machine Learning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accident prediction using ML algorithms | Validation of the project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06640" y="1188720"/>
            <a:ext cx="365760" cy="36576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0664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955280" y="2011680"/>
            <a:ext cx="365760" cy="365760"/>
          </a:xfrm>
          <a:prstGeom prst="ellipse">
            <a:avLst/>
          </a:prstGeom>
          <a:solidFill>
            <a:srgbClr val="FDB813"/>
          </a:solidFill>
          <a:ln w="12700">
            <a:solidFill>
              <a:srgbClr val="FDB81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95528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98080" y="2926080"/>
            <a:ext cx="365760" cy="36576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0" y="3566160"/>
            <a:ext cx="365760" cy="36576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1A2B45"/>
          </a:solidFill>
          <a:ln w="12700">
            <a:solidFill>
              <a:srgbClr val="1A2B4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2nd Year (Trimester)  |  PBL Team: Spoorthy • Dhanalakshmi • Aishwarya • Vaishnavi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Members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Road Safety &amp; Accident Prediction Using ML  |  Review 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920240" cy="24688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691640"/>
            <a:ext cx="914400" cy="9144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1691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788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Spoorthy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200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Number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474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2510030107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560320" y="1371600"/>
            <a:ext cx="1920240" cy="24688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63240" y="1691640"/>
            <a:ext cx="914400" cy="914400"/>
          </a:xfrm>
          <a:prstGeom prst="ellipse">
            <a:avLst/>
          </a:prstGeom>
          <a:solidFill>
            <a:srgbClr val="FDB813"/>
          </a:solidFill>
          <a:ln w="12700">
            <a:solidFill>
              <a:srgbClr val="FDB81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63240" y="1691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560320" y="2788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Dhanalakshmi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2560320" y="3200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Number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560320" y="3474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2510030312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63440" y="1371600"/>
            <a:ext cx="1920240" cy="24688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66360" y="1691640"/>
            <a:ext cx="914400" cy="91440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66360" y="1691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4663440" y="2788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Aishwarya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4663440" y="3200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Number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663440" y="3474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2510030317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766560" y="1371600"/>
            <a:ext cx="1920240" cy="24688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69480" y="1691640"/>
            <a:ext cx="914400" cy="91440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269480" y="1691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766560" y="2788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Vaishnavi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6766560" y="3200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Number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766560" y="3474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2510030341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&amp; Implementation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Road Safety &amp; Accident Prediction Using ML  |  Review 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built as planned in Review 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257300" cy="914400"/>
          </a:xfrm>
          <a:prstGeom prst="roundRect">
            <a:avLst>
              <a:gd name="adj" fmla="val 8000"/>
            </a:avLst>
          </a:prstGeom>
          <a:solidFill>
            <a:srgbClr val="0F1B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1463040"/>
            <a:ext cx="11658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51660" y="1463040"/>
            <a:ext cx="1257300" cy="914400"/>
          </a:xfrm>
          <a:prstGeom prst="roundRect">
            <a:avLst>
              <a:gd name="adj" fmla="val 8000"/>
            </a:avLst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897380" y="1463040"/>
            <a:ext cx="11658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463040"/>
            <a:ext cx="1257300" cy="914400"/>
          </a:xfrm>
          <a:prstGeom prst="roundRect">
            <a:avLst>
              <a:gd name="adj" fmla="val 8000"/>
            </a:avLst>
          </a:prstGeom>
          <a:solidFill>
            <a:srgbClr val="0F1B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91840" y="1463040"/>
            <a:ext cx="11658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40580" y="1463040"/>
            <a:ext cx="1257300" cy="914400"/>
          </a:xfrm>
          <a:prstGeom prst="roundRect">
            <a:avLst>
              <a:gd name="adj" fmla="val 8000"/>
            </a:avLst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86300" y="1463040"/>
            <a:ext cx="11658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463040"/>
            <a:ext cx="1257300" cy="914400"/>
          </a:xfrm>
          <a:prstGeom prst="roundRect">
            <a:avLst>
              <a:gd name="adj" fmla="val 8000"/>
            </a:avLst>
          </a:prstGeom>
          <a:solidFill>
            <a:srgbClr val="0F1B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80760" y="1463040"/>
            <a:ext cx="11658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29500" y="1463040"/>
            <a:ext cx="1257300" cy="914400"/>
          </a:xfrm>
          <a:prstGeom prst="roundRect">
            <a:avLst>
              <a:gd name="adj" fmla="val 8000"/>
            </a:avLst>
          </a:prstGeom>
          <a:solidFill>
            <a:srgbClr val="2ECC7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75220" y="1463040"/>
            <a:ext cx="11658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Map &amp; Alerts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28346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add name and record count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split: 70/30 with 5-fold cross-validation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of AI &amp; ML in Our Project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Road Safety &amp; Accident Prediction Using ML  |  Review 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used for prediction; ML algorithms are the learning engine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44752"/>
            <a:ext cx="411480" cy="41148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444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44475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AI-based prediction system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993392"/>
            <a:ext cx="36576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past accident data to predict accident risk before it happens.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444752"/>
            <a:ext cx="411480" cy="411480"/>
          </a:xfrm>
          <a:prstGeom prst="ellipse">
            <a:avLst/>
          </a:prstGeom>
          <a:solidFill>
            <a:srgbClr val="FDB813"/>
          </a:solidFill>
          <a:ln w="12700">
            <a:solidFill>
              <a:srgbClr val="FDB81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1444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394960" y="144475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algorithms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1993392"/>
            <a:ext cx="36576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Forest, XGBoost, LightGBM, SVM, KNN, Logistic Regression.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136392"/>
            <a:ext cx="411480" cy="41148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3136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13639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output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685032"/>
            <a:ext cx="36576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 probability and severity (Low / Medium / High).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63440" y="297180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3136392"/>
            <a:ext cx="411480" cy="41148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46320" y="3136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394960" y="313639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zones &amp; alerts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4846320" y="3685032"/>
            <a:ext cx="36576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finds hotspots; high predicted risk triggers early alerts.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Road Safety &amp; Accident Prediction Using ML  |  Review 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with your real results from the notebook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188720"/>
                <a:gridCol w="1188720"/>
                <a:gridCol w="1188720"/>
                <a:gridCol w="1097280"/>
                <a:gridCol w="1188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/ LightGBM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/ KNN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Methods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Road Safety &amp; Accident Prediction Using ML  |  Review 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61872"/>
            <a:ext cx="411480" cy="41148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261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26187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Cross-validation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810512"/>
            <a:ext cx="36576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checks stability across data splits.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261872"/>
            <a:ext cx="411480" cy="411480"/>
          </a:xfrm>
          <a:prstGeom prst="ellipse">
            <a:avLst/>
          </a:prstGeom>
          <a:solidFill>
            <a:srgbClr val="FDB813"/>
          </a:solidFill>
          <a:ln w="12700">
            <a:solidFill>
              <a:srgbClr val="FDB81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1261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394960" y="126187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810512"/>
            <a:ext cx="36576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missed severe accidents (false negatives).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044952"/>
            <a:ext cx="411480" cy="41148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044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04495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ROC-AUC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593592"/>
            <a:ext cx="36576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models independent of threshold.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88036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3044952"/>
            <a:ext cx="411480" cy="41148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46320" y="3044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394960" y="304495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Overfitting check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846320" y="3593592"/>
            <a:ext cx="36576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train vs test scores.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Best Model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Road Safety &amp; Accident Prediction Using ML  |  Review 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your confusion matrix / ROC curve screenshots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280160"/>
            <a:ext cx="4023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(paste image)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28016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1280160"/>
            <a:ext cx="4023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 (paste image)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Importance &amp; Risk Zones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Road Safety &amp; Accident Prediction Using ML  |  Review 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23360" cy="2926080"/>
          </a:xfrm>
          <a:prstGeom prst="roundRect">
            <a:avLst>
              <a:gd name="adj" fmla="val 2500"/>
            </a:avLst>
          </a:prstGeom>
          <a:solidFill>
            <a:srgbClr val="1A2B45"/>
          </a:solidFill>
          <a:ln w="9525">
            <a:solidFill>
              <a:srgbClr val="2740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53312"/>
            <a:ext cx="411480" cy="41148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53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35331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risk factors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901952"/>
            <a:ext cx="3657600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Random Forest feature importance chart.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023360" cy="2926080"/>
          </a:xfrm>
          <a:prstGeom prst="roundRect">
            <a:avLst>
              <a:gd name="adj" fmla="val 2500"/>
            </a:avLst>
          </a:prstGeom>
          <a:solidFill>
            <a:srgbClr val="1A2B45"/>
          </a:solidFill>
          <a:ln w="9525">
            <a:solidFill>
              <a:srgbClr val="2740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353312"/>
            <a:ext cx="411480" cy="411480"/>
          </a:xfrm>
          <a:prstGeom prst="ellipse">
            <a:avLst/>
          </a:prstGeom>
          <a:solidFill>
            <a:srgbClr val="FDB813"/>
          </a:solidFill>
          <a:ln w="12700">
            <a:solidFill>
              <a:srgbClr val="FDB81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1353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394960" y="135331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Hotspot map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901952"/>
            <a:ext cx="3657600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Folium / DBSCAN high-risk zone map.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Work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Road Safety &amp; Accident Prediction Using ML  |  Review 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2128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53312"/>
            <a:ext cx="411480" cy="41148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53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353312"/>
            <a:ext cx="1752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901952"/>
            <a:ext cx="225552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 can predict accident risk accurately from structured data.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61360" y="1188720"/>
            <a:ext cx="262128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44240" y="1353312"/>
            <a:ext cx="411480" cy="411480"/>
          </a:xfrm>
          <a:prstGeom prst="ellipse">
            <a:avLst/>
          </a:prstGeom>
          <a:solidFill>
            <a:srgbClr val="FDB813"/>
          </a:solidFill>
          <a:ln w="12700">
            <a:solidFill>
              <a:srgbClr val="FDB81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44240" y="1353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992880" y="1353312"/>
            <a:ext cx="1752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444240" y="1901952"/>
            <a:ext cx="225552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data quality and class imbalance.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65520" y="1188720"/>
            <a:ext cx="262128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48400" y="1353312"/>
            <a:ext cx="411480" cy="41148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48400" y="1353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797040" y="1353312"/>
            <a:ext cx="1752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248400" y="1901952"/>
            <a:ext cx="225552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feeds, real-time dashboard, more cities.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DB8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Road Safety - Review 4</dc:title>
  <dc:subject>PptxGenJS Presentation</dc:subject>
  <dc:creator>PptxGenJS</dc:creator>
  <cp:lastModifiedBy>PptxGenJS</cp:lastModifiedBy>
  <cp:revision>1</cp:revision>
  <dcterms:created xsi:type="dcterms:W3CDTF">2026-10-07T05:11:11Z</dcterms:created>
  <dcterms:modified xsi:type="dcterms:W3CDTF">2026-10-07T05:11:11Z</dcterms:modified>
</cp:coreProperties>
</file>