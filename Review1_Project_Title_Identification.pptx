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91840" cy="320040"/>
          </a:xfrm>
          <a:prstGeom prst="roundRect">
            <a:avLst>
              <a:gd name="adj" fmla="val 28571"/>
            </a:avLst>
          </a:prstGeom>
          <a:solidFill>
            <a:srgbClr val="0F1B2D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August 3,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Road Safety &amp; Accident Prediction Using Machine Learning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accident prediction using ML algorithms | Project title identification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18872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11680"/>
            <a:ext cx="365760" cy="36576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2926080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356616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2nd Year (Trimester)  |  PBL Team: Spoorthy • Dhanalakshmi • Aishwarya • Vaishnavi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691640"/>
            <a:ext cx="914400" cy="91440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69164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691640"/>
            <a:ext cx="914400" cy="9144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2510030341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&amp;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road safety?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21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4475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problem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93392"/>
            <a:ext cx="225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 cause huge loss of life and property every year.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1360" y="1280160"/>
            <a:ext cx="2621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4240" y="144475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424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92880" y="144475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causes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44240" y="1993392"/>
            <a:ext cx="225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Speeding, distraction, bad weather, poor visibility and road conditions.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65520" y="1280160"/>
            <a:ext cx="2621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8400" y="14447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4840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97040" y="144475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48400" y="1993392"/>
            <a:ext cx="225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react after an accident and do not predict risk.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AI &amp; ML in Our Project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for prediction; ML algorithms are the learning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prediction system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accident data to predict accident risk before it happens.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4475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algorithms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LightGBM, SVM, KNN, Logistic Regression.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probability and severity (Low / Medium / High).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3639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zones &amp; alerts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finds hotspots; high predicted risk triggers early alerts.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Identification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titles we considered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Traffic Violation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detection only, no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Severity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Partial: no live risk/alerts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Road Safety &amp; Accident Prediction Using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Selected: predicts risk, maps zones, ML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Detection from CCTV Video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detection only, not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accidents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accident risk and severity from road, weather and time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risk factors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causes (speed, light, weather) with tree-based ML.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high-risk zones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locations and time slots into hotspots.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alerts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drivers and traffic police before accidents occur.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Novelty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21280" cy="2560320"/>
          </a:xfrm>
          <a:prstGeom prst="roundRect">
            <a:avLst>
              <a:gd name="adj" fmla="val 2857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4475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only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9339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 and SVM on structured data. Runs on CPU.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1360" y="1280160"/>
            <a:ext cx="2621280" cy="2560320"/>
          </a:xfrm>
          <a:prstGeom prst="roundRect">
            <a:avLst>
              <a:gd name="adj" fmla="val 2857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4240" y="144475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424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92880" y="144475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first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99339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risk instead of only detecting events.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65520" y="1280160"/>
            <a:ext cx="2621280" cy="2560320"/>
          </a:xfrm>
          <a:prstGeom prst="roundRect">
            <a:avLst>
              <a:gd name="adj" fmla="val 2857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8400" y="14447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97040" y="144475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48400" y="199339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as new accident data arrives.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63040"/>
            <a:ext cx="18630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Title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8890" y="146304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4610" y="1463040"/>
            <a:ext cx="18630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Literature &amp; Gaps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0580" y="146304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6300" y="1463040"/>
            <a:ext cx="18630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Methodology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32270" y="1463040"/>
            <a:ext cx="1954530" cy="9144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77990" y="1463040"/>
            <a:ext cx="18630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4 Validation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ML model that predicts accident risk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risk-factor ranking and hotspot 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 with alerts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Road Safety - Review 1</dc:title>
  <dc:subject>PptxGenJS Presentation</dc:subject>
  <dc:creator>PptxGenJS</dc:creator>
  <cp:lastModifiedBy>PptxGenJS</cp:lastModifiedBy>
  <cp:revision>1</cp:revision>
  <dcterms:created xsi:type="dcterms:W3CDTF">2026-10-07T05:11:11Z</dcterms:created>
  <dcterms:modified xsi:type="dcterms:W3CDTF">2026-10-07T05:11:11Z</dcterms:modified>
</cp:coreProperties>
</file>