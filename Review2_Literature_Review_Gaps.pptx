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291840" cy="320040"/>
          </a:xfrm>
          <a:prstGeom prst="roundRect">
            <a:avLst>
              <a:gd name="adj" fmla="val 28571"/>
            </a:avLst>
          </a:prstGeom>
          <a:solidFill>
            <a:srgbClr val="0F1B2D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August 17,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Road Safety &amp; Accident Prediction Using Machine Learning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accident prediction using ML algorithms | Literature review and gaps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18872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011680"/>
            <a:ext cx="365760" cy="36576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2926080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356616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2nd Year (Trimester)  |  PBL Team: Spoorthy • Dhanalakshmi • Aishwarya • Vaishnavi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691640"/>
            <a:ext cx="914400" cy="91440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69164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691640"/>
            <a:ext cx="914400" cy="9144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2510030341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Review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confirmed: Adaptive Road Safety &amp; Accident Prediction Using 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ML-only prediction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zones &amp; alerts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accident risk/severity from structured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review existing work and find gaps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AI &amp; ML in Our Project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for prediction; ML algorithms are the learning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prediction system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 accident data to predict accident risk before it happens.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4475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algorithms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LightGBM, SVM, KNN, Logistic Regression.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639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probability and severity (Low / Medium / High).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13639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zones &amp; alerts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finds hotspots; high predicted risk triggers early alerts.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(1/2)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actual papers (author, year)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0"/>
                <a:gridCol w="548640"/>
                <a:gridCol w="173736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severity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top risk factors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Weather-based crash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non-linear effects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accident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recall on severe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hotspot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/ DBSCAN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high-risk zones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(2/2)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0"/>
                <a:gridCol w="548640"/>
                <a:gridCol w="173736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classifier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Logistic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baselines, ensembles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prediction with simple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/ 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but weaker on complex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cause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rules, may overfit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Approaches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predict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models (Logistic, SVM)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and fast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accuracy on complex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explainable, CPU-friendly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good feature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Found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over prediction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 detects events after they happen.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Imbalanced 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accidents are rare and often missed.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explainability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 do not show which factors cause accidents.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4495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adaptation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static and rarely retrained.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Address the Gaps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risk before accidents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class weights, recall-focused metrics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explainability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feature importance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retraining + hotspot updates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Road Safety - Review 2</dc:title>
  <dc:subject>PptxGenJS Presentation</dc:subject>
  <dc:creator>PptxGenJS</dc:creator>
  <cp:lastModifiedBy>PptxGenJS</cp:lastModifiedBy>
  <cp:revision>1</cp:revision>
  <dcterms:created xsi:type="dcterms:W3CDTF">2026-10-07T05:11:11Z</dcterms:created>
  <dcterms:modified xsi:type="dcterms:W3CDTF">2026-10-07T05:11:11Z</dcterms:modified>
</cp:coreProperties>
</file>