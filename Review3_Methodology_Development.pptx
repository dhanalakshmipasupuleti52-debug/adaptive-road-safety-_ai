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3291840" cy="320040"/>
          </a:xfrm>
          <a:prstGeom prst="roundRect">
            <a:avLst>
              <a:gd name="adj" fmla="val 28571"/>
            </a:avLst>
          </a:prstGeom>
          <a:solidFill>
            <a:srgbClr val="0F1B2D"/>
          </a:solidFill>
          <a:ln w="12700">
            <a:solidFill>
              <a:srgbClr val="FDB81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640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DB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 •  September 14, 2026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Road Safety &amp; Accident Prediction Using Machine Learning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accident prediction using ML algorithms | Methodology development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06640" y="1188720"/>
            <a:ext cx="365760" cy="36576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955280" y="2011680"/>
            <a:ext cx="365760" cy="365760"/>
          </a:xfrm>
          <a:prstGeom prst="ellipse">
            <a:avLst/>
          </a:prstGeom>
          <a:solidFill>
            <a:srgbClr val="FDB813"/>
          </a:solidFill>
          <a:ln w="12700">
            <a:solidFill>
              <a:srgbClr val="FDB81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98080" y="2926080"/>
            <a:ext cx="365760" cy="36576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0" y="3566160"/>
            <a:ext cx="365760" cy="3657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2nd Year (Trimester)  |  PBL Team: Spoorthy • Dhanalakshmi • Aishwarya • Vaishnavi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Members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Road Safety &amp; Accident Prediction Using ML  |  Review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20240" cy="24688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691640"/>
            <a:ext cx="914400" cy="9144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88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Spoorthy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00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Number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474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2510030107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560320" y="1371600"/>
            <a:ext cx="1920240" cy="24688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3240" y="1691640"/>
            <a:ext cx="914400" cy="914400"/>
          </a:xfrm>
          <a:prstGeom prst="ellipse">
            <a:avLst/>
          </a:prstGeom>
          <a:solidFill>
            <a:srgbClr val="FDB813"/>
          </a:solidFill>
          <a:ln w="12700">
            <a:solidFill>
              <a:srgbClr val="FDB81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63240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2788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Dhanalakshmi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2560320" y="3200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Number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560320" y="3474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2510030312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1371600"/>
            <a:ext cx="1920240" cy="24688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66360" y="1691640"/>
            <a:ext cx="914400" cy="91440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66360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2788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Aishwarya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3200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Number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3474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2510030317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766560" y="1371600"/>
            <a:ext cx="1920240" cy="24688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69480" y="1691640"/>
            <a:ext cx="914400" cy="91440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69480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2788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Vaishnavi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6766560" y="3200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Number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766560" y="3474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2510030341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Methodology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Road Safety &amp; Accident Prediction Using ML  |  Review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pipeline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257300" cy="914400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463040"/>
            <a:ext cx="11658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51660" y="1463040"/>
            <a:ext cx="1257300" cy="91440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97380" y="1463040"/>
            <a:ext cx="11658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463040"/>
            <a:ext cx="1257300" cy="914400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91840" y="1463040"/>
            <a:ext cx="11658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40580" y="1463040"/>
            <a:ext cx="1257300" cy="91440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86300" y="1463040"/>
            <a:ext cx="11658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463040"/>
            <a:ext cx="1257300" cy="914400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80760" y="1463040"/>
            <a:ext cx="11658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29500" y="1463040"/>
            <a:ext cx="1257300" cy="914400"/>
          </a:xfrm>
          <a:prstGeom prst="roundRect">
            <a:avLst>
              <a:gd name="adj" fmla="val 8000"/>
            </a:avLst>
          </a:prstGeom>
          <a:solidFill>
            <a:srgbClr val="2ECC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75220" y="1463040"/>
            <a:ext cx="11658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Map &amp; Alerts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8346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time, location, weather, road type, speed limit, lighting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accident probability, severity class, risk zones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of AI &amp; ML in Our Project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Road Safety &amp; Accident Prediction Using ML  |  Review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the smart system; ML algorithms are the learning engine inside 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44752"/>
            <a:ext cx="411480" cy="41148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444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4447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system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93392"/>
            <a:ext cx="36576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past accident data and makes decisions without fixed rules.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444752"/>
            <a:ext cx="411480" cy="411480"/>
          </a:xfrm>
          <a:prstGeom prst="ellipse">
            <a:avLst/>
          </a:prstGeom>
          <a:solidFill>
            <a:srgbClr val="FDB813"/>
          </a:solidFill>
          <a:ln w="12700">
            <a:solidFill>
              <a:srgbClr val="FDB81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444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14447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algorithms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1993392"/>
            <a:ext cx="36576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XGBoost, LightGBM, SVM, KNN, Logistic Regression.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136392"/>
            <a:ext cx="411480" cy="4114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136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13639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prediction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685032"/>
            <a:ext cx="36576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probability and severity (Low / Medium / High).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297180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3136392"/>
            <a:ext cx="411480" cy="41148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46320" y="3136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394960" y="313639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risk zones &amp; alerts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3685032"/>
            <a:ext cx="36576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finds hotspots; high risk triggers early alerts.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Preprocessing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Road Safety &amp; Accident Prediction Using ML  |  Review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Accidents (Kaggle) / UK STATS19 / India MoRTH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 missing values, duplicates, outliers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One-hot / label encoding for categorical features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StandardScaler for SVM, KNN, Logistic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SMOTE / class weights for rare severe accidents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Road Safety &amp; Accident Prediction Using ML  |  Review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61872"/>
            <a:ext cx="411480" cy="41148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26187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features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810512"/>
            <a:ext cx="3657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Hour, weekday, month, rush-hour flag.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261872"/>
            <a:ext cx="411480" cy="411480"/>
          </a:xfrm>
          <a:prstGeom prst="ellipse">
            <a:avLst/>
          </a:prstGeom>
          <a:solidFill>
            <a:srgbClr val="FDB813"/>
          </a:solidFill>
          <a:ln w="12700">
            <a:solidFill>
              <a:srgbClr val="FDB81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126187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 &amp; light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810512"/>
            <a:ext cx="3657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Visibility, rain, temperature, day/night.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044952"/>
            <a:ext cx="411480" cy="4114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044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0449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 features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593592"/>
            <a:ext cx="3657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type, junction, speed limit, signals.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88036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3044952"/>
            <a:ext cx="411480" cy="41148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46320" y="3044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394960" y="30449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3593592"/>
            <a:ext cx="3657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filter + Random Forest importance.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Algorithms Used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Road Safety &amp; Accident Prediction Using ML  |  Review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classifier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Explainable rules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model + feature importance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/ LightGBM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High-accuracy boosting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/ KNN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 models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/ DBSCAN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High-risk zone clustering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Plan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Road Safety &amp; Accident Prediction Using ML  |  Review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1A2B45"/>
          </a:solidFill>
          <a:ln w="9525">
            <a:solidFill>
              <a:srgbClr val="2740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61872"/>
            <a:ext cx="411480" cy="41148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26187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split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810512"/>
            <a:ext cx="3657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70/30 train-test + 5-fold cross-validation.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1A2B45"/>
          </a:solidFill>
          <a:ln w="9525">
            <a:solidFill>
              <a:srgbClr val="2740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261872"/>
            <a:ext cx="411480" cy="411480"/>
          </a:xfrm>
          <a:prstGeom prst="ellipse">
            <a:avLst/>
          </a:prstGeom>
          <a:solidFill>
            <a:srgbClr val="FDB813"/>
          </a:solidFill>
          <a:ln w="12700">
            <a:solidFill>
              <a:srgbClr val="FDB81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126187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810512"/>
            <a:ext cx="3657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F1, ROC-AUC.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1A2B45"/>
          </a:solidFill>
          <a:ln w="9525">
            <a:solidFill>
              <a:srgbClr val="2740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044952"/>
            <a:ext cx="411480" cy="4114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044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0449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Tuning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593592"/>
            <a:ext cx="3657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on top 2-3 models.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88036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1A2B45"/>
          </a:solidFill>
          <a:ln w="9525">
            <a:solidFill>
              <a:srgbClr val="2740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3044952"/>
            <a:ext cx="411480" cy="41148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46320" y="3044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394960" y="30449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3593592"/>
            <a:ext cx="3657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by recall on severe accidents.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Timeline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Road Safety &amp; Accident Prediction Using ML  |  Review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 / Plan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 &amp; ML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Python, Scikit-learn, XGBoost, LightGBM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&amp; Viz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Pandas, NumPy, imbalanced-learn, Matplotlib, Folium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(Review 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models, validate, build dashboard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B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Road Safety - Review 3</dc:title>
  <dc:subject>PptxGenJS Presentation</dc:subject>
  <dc:creator>PptxGenJS</dc:creator>
  <cp:lastModifiedBy>PptxGenJS</cp:lastModifiedBy>
  <cp:revision>1</cp:revision>
  <dcterms:created xsi:type="dcterms:W3CDTF">2026-10-07T05:11:11Z</dcterms:created>
  <dcterms:modified xsi:type="dcterms:W3CDTF">2026-10-07T05:11:11Z</dcterms:modified>
</cp:coreProperties>
</file>